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Turned objects</a:t>
            </a:r>
          </a:p>
        </p:txBody>
      </p:sp>
      <p:sp>
        <p:nvSpPr>
          <p:cNvPr id="3" name="Minus ninety"/>
          <p:cNvSpPr/>
          <p:nvPr/>
        </p:nvSpPr>
        <p:spPr>
          <a:xfrm rot="-5400000">
            <a:off x="762000" y="2032000"/>
            <a:ext cx="2540000" cy="50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rot -5400000</a:t>
            </a:r>
          </a:p>
        </p:txBody>
      </p:sp>
      <p:sp>
        <p:nvSpPr>
          <p:cNvPr id="4" name="Minus fifteen flipped"/>
          <p:cNvSpPr/>
          <p:nvPr/>
        </p:nvSpPr>
        <p:spPr>
          <a:xfrm rot="-900000" flipH="true">
            <a:off x="3810000" y="2032000"/>
            <a:ext cx="2032000" cy="762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rot -900000 flipH true</a:t>
            </a:r>
          </a:p>
        </p:txBody>
      </p:sp>
      <p:sp>
        <p:nvSpPr>
          <p:cNvPr id="5" name="Past a turn"/>
          <p:cNvSpPr/>
          <p:nvPr/>
        </p:nvSpPr>
        <p:spPr>
          <a:xfrm rot="25200000">
            <a:off x="6350000" y="2032000"/>
            <a:ext cx="2032000" cy="76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rot 25200000</a:t>
            </a:r>
          </a:p>
        </p:txBody>
      </p:sp>
      <p:cxnSp>
        <p:nvCxnSpPr>
          <p:cNvPr id="6" name="Line turned"/>
          <p:cNvCxnSpPr/>
          <p:nvPr/>
        </p:nvCxnSpPr>
        <p:spPr>
          <a:xfrm rot="-5400000" flipV="1">
            <a:off x="4495800" y="3302000"/>
            <a:ext cx="0" cy="177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with a turn"/>
          <p:cNvGrpSpPr/>
          <p:nvPr/>
        </p:nvGrpSpPr>
        <p:grpSpPr>
          <a:xfrm>
            <a:off x="1016000" y="5334000"/>
            <a:ext cx="3048000" cy="1016000"/>
            <a:chOff x="1016000" y="5334000"/>
            <a:chExt cx="3048000" cy="1016000"/>
          </a:xfrm>
        </p:grpSpPr>
        <p:sp>
          <p:nvSpPr>
            <p:cNvPr id="8" name="Turned in group"/>
            <p:cNvSpPr/>
            <p:nvPr/>
          </p:nvSpPr>
          <p:spPr>
            <a:xfrm rot="-2700000">
              <a:off x="1016000" y="5334000"/>
              <a:ext cx="1016000" cy="1016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Plain in group"/>
            <p:cNvSpPr/>
            <p:nvPr/>
          </p:nvSpPr>
          <p:spPr>
            <a:xfrm>
              <a:off x="2540000" y="5461000"/>
              <a:ext cx="1524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object in two forms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pic>
            <p:nvPicPr>
              <p:cNvPr id="3" name="Model preview" descr="Smiling face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val="0"/>
                  </a:ext>
                </a:extLst>
              </a:blip>
              <a:stretch>
                <a:fillRect/>
              </a:stretch>
            </p:blipFill>
            <p:spPr>
              <a:xfrm>
                <a:off x="4606986" y="1920956"/>
                <a:ext cx="2978028" cy="3016087"/>
              </a:xfrm>
              <a:prstGeom prst="rect">
                <a:avLst/>
              </a:prstGeom>
            </p:spPr>
          </p:pic>
        </mc:Choice>
        <mc:Fallback>
          <p:pic>
            <p:nvPicPr>
              <p:cNvPr id="3" name="Model preview" descr="Smiling face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06986" y="1920956"/>
                <a:ext cx="2978028" cy="301608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Turned objects</dc:title>
  <dc:subject/>
  <dc:creator>hanji</dc:creator>
  <cp:keywords/>
  <dc:description>generated using python-pptx</dc:description>
  <cp:lastModifiedBy>hanji</cp:lastModifiedBy>
  <cp:revision>1</cp:revision>
  <dcterms:created xsi:type="dcterms:W3CDTF">2026-09-30T00:00:00Z</dcterms:created>
  <dcterms:modified xsi:type="dcterms:W3CDTF">2026-09-30T00:00:00Z</dcterms:modified>
  <cp:category/>
</cp:coreProperties>
</file>