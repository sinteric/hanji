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" cy="914400"/>
  <p:notesSz cx="914400" cy="9144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>
      <a:lvl1pPr>
        <a:defRPr sz="18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wned red pixel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wned">
  <a:themeElements>
    <a:clrScheme name="Owned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00FF00"/>
      </a:accent2>
      <a:accent3>
        <a:srgbClr val="0000FF"/>
      </a:accent3>
      <a:accent4>
        <a:srgbClr val="FFFF00"/>
      </a:accent4>
      <a:accent5>
        <a:srgbClr val="FF00FF"/>
      </a:accent5>
      <a:accent6>
        <a:srgbClr val="00FFFF"/>
      </a:accent6>
      <a:hlink>
        <a:srgbClr val="0000FF"/>
      </a:hlink>
      <a:folHlink>
        <a:srgbClr val="800080"/>
      </a:folHlink>
    </a:clrScheme>
    <a:fontScheme name="Owne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wne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