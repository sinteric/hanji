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altLang="en-US"/>
              <a:t>인사말 후 목차를 소개한다.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altLang="en-US"/>
              <a:t>전년 대비 증가폭을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altLang="en-US"/>
              <a:t>표는 잠정치이며 10월 말 확정된다.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korea.kr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3분기 영업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영업본부 · 2026년 10월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핵심 지표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ko-KR" altLang="en-US"/>
              <a:t>매출 </a:t>
            </a:r>
            <a:r>
              <a:rPr b="1" lang="ko-KR" altLang="en-US"/>
              <a:t>12% 증가</a:t>
            </a:r>
          </a:p>
          <a:p>
            <a:pPr/>
            <a:r>
              <a:rPr lang="ko-KR" altLang="en-US"/>
              <a:t>신규 고객 34곳</a:t>
            </a:r>
          </a:p>
          <a:p>
            <a:pPr lvl="1"/>
            <a:r>
              <a:rPr lang="ko-KR" altLang="en-US"/>
              <a:t>수도권 21곳</a:t>
            </a:r>
          </a:p>
          <a:p>
            <a:pPr lvl="1"/>
            <a:r>
              <a:rPr lang="ko-KR" altLang="en-US"/>
              <a:t>지방 13곳</a:t>
            </a:r>
          </a:p>
          <a:p>
            <a:pPr/>
            <a:r>
              <a:rPr lang="ko-KR" altLang="en-US"/>
              <a:t>영업이익률 8.4%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지역별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lang="ko-KR" altLang="en-US"/>
              <a:t>수도권 21곳</a:t>
            </a:r>
          </a:p>
          <a:p>
            <a:pPr lvl="1"/>
            <a:r>
              <a:rPr lang="ko-KR" altLang="en-US"/>
              <a:t>서울 14곳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 lang="ko-KR" altLang="en-US"/>
              <a:t>지방 13곳</a:t>
            </a:r>
          </a:p>
          <a:p>
            <a:pPr lvl="1"/>
            <a:r>
              <a:rPr lang="ko-KR" altLang="en-US"/>
              <a:t>부산 5곳</a:t>
            </a:r>
          </a:p>
        </p:txBody>
      </p:sp>
      <p:sp>
        <p:nvSpPr>
          <p:cNvPr id="5" name="출처"/>
          <p:cNvSpPr txBox="1"/>
          <p:nvPr/>
        </p:nvSpPr>
        <p:spPr>
          <a:xfrm>
            <a:off x="457200" y="6035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lang="ko-KR" altLang="en-US"/>
              <a:t>출처: 내부 집계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분기별 매출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매출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증감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029200"/>
            <a:ext cx="9144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다음 분기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ko-KR" altLang="en-US"/>
              <a:t>신규 지점 3곳 개설</a:t>
            </a:r>
          </a:p>
          <a:p>
            <a:pPr>
              <a:buAutoNum type="arabicPeriod"/>
            </a:pPr>
            <a:r>
              <a:rPr lang="ko-KR" altLang="en-US"/>
              <a:t>온라인 채널 확대</a:t>
            </a:r>
          </a:p>
          <a:p>
            <a:pPr>
              <a:buAutoNum type="arabicPeriod"/>
            </a:pPr>
            <a:r>
              <a:rPr lang="ko-KR" altLang="en-US"/>
              <a:t>고객 만족도 조사</a:t>
            </a:r>
          </a:p>
          <a:p>
            <a:r>
              <a:rPr lang="ko-KR" altLang="en-US"/>
              <a:t>자세한 일정은 </a:t>
            </a:r>
            <a:r>
              <a:rPr lang="ko-KR" altLang="en-US">
                <a:hlinkClick r:id="rId2"/>
              </a:rPr>
              <a:t>사내 게시판</a:t>
            </a:r>
            <a:r>
              <a:rPr sz="2000" lang="ko-KR" altLang="en-US">
                <a:solidFill>
                  <a:srgbClr val="C00000"/>
                </a:solidFill>
              </a:rPr>
              <a:t> 참고 (긴급)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세부 자료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3분기 영업 보고</dc:title>
  <dc:subject/>
  <dc:creator>hanji</dc:creator>
  <cp:keywords/>
  <dc:description>generated using python-pptx</dc:description>
  <cp:lastModifiedBy>hanji</cp:lastModifiedBy>
  <cp:revision>1</cp:revision>
  <dcterms:created xsi:type="dcterms:W3CDTF">2026-09-29T00:00:00Z</dcterms:created>
  <dcterms:modified xsi:type="dcterms:W3CDTF">2026-09-29T00:00:00Z</dcterms:modified>
  <cp:category/>
</cp:coreProperties>
</file>