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1" r:id="rId13"/>
    <p:sldId id="263" r:id="rId9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altLang="en-US"/>
              <a:t>인사말-2 후 목차를 소개한다.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altLang="en-US"/>
              <a:t>표는 잠정치이며 10월 말 확정된다.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orea.kr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35분기 영업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83000"/>
            <a:ext cx="77724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altLang="en-US" sz="2400">
                <a:solidFill>
                  <a:srgbClr val="FF7F50"/>
                </a:solidFill>
                <a:latin typeface="Noto Sans KR"/>
              </a:rPr>
              <a:t>출처</a:t>
            </a:r>
            <a:r>
              <a:rPr lang="ko-KR" altLang="en-US">
                <a:latin typeface="Noto Sans KR"/>
              </a:rPr>
              <a:t>: 편집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영업본부 · 2026년 10월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 sz="4400"/>
              <a:t>지역별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ko-KR" altLang="en-US" sz="2800"/>
              <a:t>수도권 21곳</a:t>
            </a:r>
          </a:p>
          <a:p>
            <a:pPr lvl="1" marL="685800" indent="-342900">
              <a:buFont typeface="Arial"/>
              <a:buChar char="•"/>
            </a:pPr>
            <a:r>
              <a:rPr lang="ko-KR" altLang="en-US" sz="2400"/>
              <a:t>서울 14곳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/>
            <a:r>
              <a:rPr lang="ko-KR" altLang="en-US" sz="2800"/>
              <a:t>지방 13곳</a:t>
            </a:r>
          </a:p>
          <a:p>
            <a:pPr lvl="1"/>
            <a:r>
              <a:rPr lang="ko-KR" altLang="en-US" sz="2400"/>
              <a:t>부산 5곳</a:t>
            </a:r>
          </a:p>
        </p:txBody>
      </p:sp>
      <p:sp>
        <p:nvSpPr>
          <p:cNvPr id="5" name="출처"/>
          <p:cNvSpPr txBox="1"/>
          <p:nvPr/>
        </p:nvSpPr>
        <p:spPr>
          <a:xfrm>
            <a:off x="914400" y="6035040"/>
            <a:ext cx="3657600" cy="36576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/>
            <a:r>
              <a:rPr lang="ko-KR" altLang="en-US"/>
              <a:t>출처: 내부 집계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편집한 그림 12"/>
          <p:cNvPicPr>
            <a:picLocks noChangeAspect="1"/>
          </p:cNvPicPr>
          <p:nvPr/>
        </p:nvPicPr>
        <p:blipFill>
          <a:blip r:embed="rId2"/>
          <a:srcRect l="10000" t="5000" r="10000" b="5000"/>
          <a:stretch>
            <a:fillRect/>
          </a:stretch>
        </p:blipFill>
        <p:spPr>
          <a:xfrm>
            <a:off x="7315200" y="5029200"/>
            <a:ext cx="1371600" cy="685800"/>
          </a:xfrm>
          <a:prstGeom prst="ellipse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분기별 매출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다음 분기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ko-KR" altLang="en-US"/>
              <a:t>신규 지점 3곳 개설</a:t>
            </a:r>
          </a:p>
          <a:p>
            <a:pPr>
              <a:buAutoNum type="arabicPeriod"/>
            </a:pPr>
            <a:r>
              <a:rPr lang="ko-KR" altLang="en-US"/>
              <a:t>온라인 채널 확대</a:t>
            </a:r>
          </a:p>
          <a:p>
            <a:pPr>
              <a:buAutoNum type="arabicPeriod"/>
            </a:pPr>
            <a:r>
              <a:rPr lang="ko-KR" altLang="en-US"/>
              <a:t>고객 만족도 조사</a:t>
            </a:r>
          </a:p>
          <a:p>
            <a:r>
              <a:rPr lang="ko-KR" altLang="en-US"/>
              <a:t>자세한-2 일정은 </a:t>
            </a:r>
            <a:r>
              <a:rPr lang="ko-KR" altLang="en-US">
                <a:hlinkClick r:id="rId2"/>
              </a:rPr>
              <a:t>사내 게시판</a:t>
            </a:r>
            <a:r>
              <a:rPr sz="2000" lang="ko-KR" altLang="en-US">
                <a:solidFill>
                  <a:srgbClr val="C00000"/>
                </a:solidFill>
              </a:rPr>
              <a:t> 참고 (긴급)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세부 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새 슬라이드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첫째 항목</a:t>
            </a:r>
          </a:p>
          <a:p>
            <a:pPr lvl="1"/>
            <a:r>
              <a:rPr lang="ko-KR" altLang="en-US"/>
              <a:t>둘째 항목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3분기 영업 보고</dc:title>
  <dc:subject/>
  <dc:creator>hanji</dc:creator>
  <cp:keywords/>
  <dc:description>generated using python-pptx</dc:description>
  <cp:lastModifiedBy>hanji</cp:lastModifiedBy>
  <cp:revision>1</cp:revision>
  <dcterms:created xsi:type="dcterms:W3CDTF">2026-09-29T00:00:00Z</dcterms:created>
  <dcterms:modified xsi:type="dcterms:W3CDTF">2026-09-29T00:00:00Z</dcterms:modified>
  <cp:category/>
</cp:coreProperties>
</file>